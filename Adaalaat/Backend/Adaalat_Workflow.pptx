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F0C08"/>
                </a:solidFill>
                <a:latin typeface="Arial"/>
              </a:defRPr>
            </a:pPr>
            <a:r>
              <a:t>Adaalat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5A059"/>
                </a:solidFill>
                <a:latin typeface="Arial"/>
              </a:defRPr>
            </a:pPr>
            <a:r>
              <a:t>Digital Justice Platform</a:t>
            </a:r>
          </a:p>
          <a:p>
            <a:pPr>
              <a:defRPr sz="2400">
                <a:solidFill>
                  <a:srgbClr val="C5A059"/>
                </a:solidFill>
                <a:latin typeface="Arial"/>
              </a:defRPr>
            </a:pPr>
            <a:r>
              <a:t>End-to-End Workflow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6819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rPr dirty="0"/>
              <a:t>1. Vision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Problem: Finding the right lawyer and getting preliminary legal advice is often difficult, time-consuming, and intimidating.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Solution: </a:t>
            </a:r>
            <a:r>
              <a:rPr dirty="0" err="1"/>
              <a:t>Adaalat</a:t>
            </a:r>
            <a:r>
              <a:rPr dirty="0"/>
              <a:t> bridges the gap between clients and legal professionals.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Core Features: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AI-Powered Legal Advisory (Initial assessment)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Smart Lawyer Matching based on specialization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Seamless Case Sharing (Smart Briefs)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Secure Document Exchange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t>2. User Onboarding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212" y="754626"/>
            <a:ext cx="8229600" cy="4525963"/>
          </a:xfrm>
        </p:spPr>
        <p:txBody>
          <a:bodyPr>
            <a:normAutofit fontScale="925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Dual-Role Gateway: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Users specify their purpose (Client vs. Lawyer) during Sign Up.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Client Registration: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Basic details (Name, Email, Phone).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Lawyer Registration: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Professional credentials (Bar Registration Number, Portfolio).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Routing: Post-login, clients are routed to the Client Dashboard, while lawyers enter the dedicated Lawyer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161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rPr dirty="0"/>
              <a:t>3. Client Journey: AI Legal Advisory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Initial Consultation: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Client submits a legal query via a chat-like interface.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AI Analysis Engine: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The backend (via RAG / GenAI) analyzes the query.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Output Generation: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Categorizes the legal area (e.g., Tenancy, Employment).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Provides a preliminary analysis of the situation.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Suggests actionable next steps.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Automatically stores the query and analysis as a 'Case' in the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8317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t>4. Client Journey: Finding a Lawyer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5232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Recommendation Engine: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Based on the AI-determined legal area (e.g., Property Law), the system curates a list of specialized lawyers.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Lawyer Profiles: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Clients can view detailed portfolios, win rates, courts of practice, and consultation fees.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Initiating Connection: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Client clicks 'Connect'.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A secure connection request containing the client's original query and AI analysis is sent to the specific lawyer.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t>5. Lawyer Dashboard: Smart Briefs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432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Lead Generation &amp; Management: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Lawyers receive the client's connection requests and AI advisories seamlessly in their 'Smart Briefs' feed.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Pre-Analyzed Intelligence: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Instead of raw queries, lawyers read structured briefs containing the categorized legal area, background, and recommended steps.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Action Handling: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Lawyers can choose to 'Accept' or 'Decline' the case directly from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825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rPr dirty="0"/>
              <a:t>6. Seamless Document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2841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Post-Connection Workflow: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Once accepted, the lawyer prepares necessary legal drafts, notices, or agreements.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Lawyer Upload: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The lawyer securely uploads PDFs targeted to specific clients.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Client Receipt: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The client dashboard updates instantly, notifying the user of incoming documents.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Clients can view and download the PDFs directly inside </a:t>
            </a:r>
            <a:r>
              <a:rPr dirty="0" err="1"/>
              <a:t>Adaalat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542" y="-665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rPr dirty="0"/>
              <a:t>7. Technology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368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Frontend: React + Vite + Tailwind CSS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Smooth animations, responsive </a:t>
            </a:r>
            <a:r>
              <a:rPr dirty="0" err="1"/>
              <a:t>glassmorphism</a:t>
            </a:r>
            <a:r>
              <a:rPr dirty="0"/>
              <a:t> UI.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Separate entry points for distinct user experiences.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Backend: Python Flask Server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RESTful API for document management and case-state logic.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Integration points ready for full </a:t>
            </a:r>
            <a:r>
              <a:rPr dirty="0" err="1"/>
              <a:t>LangChain</a:t>
            </a:r>
            <a:r>
              <a:rPr dirty="0"/>
              <a:t>/RAG pipeline.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Data Storage: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rPr dirty="0"/>
              <a:t>  • Local JSON-based caching for rapid prototyping (expandable to Postgres/</a:t>
            </a:r>
            <a:r>
              <a:rPr dirty="0" err="1"/>
              <a:t>Supabase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5A059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t>Adaalat transforms the fragmented legal process into a structured, user-friendly pipeline.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t>1. Client asks AI ➞ 2. AI structures the problem ➞ 3. Client connects to Lawyer ➞ 4. Lawyer receives Smart Brief ➞ 5. Lawyer assists &amp; shares documents.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611</Words>
  <Application>Microsoft Office PowerPoint</Application>
  <PresentationFormat>On-screen Show (4:3)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Adaalat</vt:lpstr>
      <vt:lpstr>1. Vision &amp; Overview</vt:lpstr>
      <vt:lpstr>2. User Onboarding &amp; Authentication</vt:lpstr>
      <vt:lpstr>3. Client Journey: AI Legal Advisory</vt:lpstr>
      <vt:lpstr>4. Client Journey: Finding a Lawyer</vt:lpstr>
      <vt:lpstr>5. Lawyer Dashboard: Smart Briefs</vt:lpstr>
      <vt:lpstr>6. Seamless Document Exchange</vt:lpstr>
      <vt:lpstr>7. Technology Stack &amp; Architecture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Aparup Ghosh</cp:lastModifiedBy>
  <cp:revision>2</cp:revision>
  <dcterms:created xsi:type="dcterms:W3CDTF">2013-01-27T09:14:16Z</dcterms:created>
  <dcterms:modified xsi:type="dcterms:W3CDTF">2026-03-01T06:11:52Z</dcterms:modified>
  <cp:category/>
</cp:coreProperties>
</file>